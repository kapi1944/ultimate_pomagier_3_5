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  <p:sldMasterId id="2147483750" r:id="rId2"/>
  </p:sldMasterIdLst>
  <p:notesMasterIdLst>
    <p:notesMasterId r:id="rId6"/>
  </p:notesMasterIdLst>
  <p:sldIdLst>
    <p:sldId id="1043" r:id="rId3"/>
    <p:sldId id="4866" r:id="rId4"/>
    <p:sldId id="1037" r:id="rId5"/>
  </p:sldIdLst>
  <p:sldSz cx="12192000" cy="6858000"/>
  <p:notesSz cx="6797675" cy="9926638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BBB"/>
    <a:srgbClr val="4E9CCA"/>
    <a:srgbClr val="317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947" autoAdjust="0"/>
  </p:normalViewPr>
  <p:slideViewPr>
    <p:cSldViewPr>
      <p:cViewPr varScale="1">
        <p:scale>
          <a:sx n="77" d="100"/>
          <a:sy n="77" d="100"/>
        </p:scale>
        <p:origin x="159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40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1F4BBE3-6968-47E3-9C5F-32285F924F89}" type="datetimeFigureOut">
              <a:rPr lang="pl-PL"/>
              <a:pPr>
                <a:defRPr/>
              </a:pPr>
              <a:t>20.10.2026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BE94E2D-ACD1-47CA-99A9-68C41F98648A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E94E2D-ACD1-47CA-99A9-68C41F98648A}" type="slidenum">
              <a:rPr lang="pl-PL" smtClean="0"/>
              <a:pPr>
                <a:defRPr/>
              </a:pPr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9394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9">
            <a:extLst>
              <a:ext uri="{FF2B5EF4-FFF2-40B4-BE49-F238E27FC236}">
                <a16:creationId xmlns:a16="http://schemas.microsoft.com/office/drawing/2014/main" id="{8E0E6983-27C7-2C8C-F5D2-5E1B25E0F40D}"/>
              </a:ext>
            </a:extLst>
          </p:cNvPr>
          <p:cNvSpPr/>
          <p:nvPr userDrawn="1"/>
        </p:nvSpPr>
        <p:spPr>
          <a:xfrm rot="16200000" flipH="1">
            <a:off x="1620938" y="-1629931"/>
            <a:ext cx="5158986" cy="8409323"/>
          </a:xfrm>
          <a:custGeom>
            <a:avLst/>
            <a:gdLst>
              <a:gd name="connsiteX0" fmla="*/ 0 w 5616109"/>
              <a:gd name="connsiteY0" fmla="*/ 10058400 h 10058400"/>
              <a:gd name="connsiteX1" fmla="*/ 0 w 5616109"/>
              <a:gd name="connsiteY1" fmla="*/ 0 h 10058400"/>
              <a:gd name="connsiteX2" fmla="*/ 5616109 w 5616109"/>
              <a:gd name="connsiteY2" fmla="*/ 10058400 h 10058400"/>
              <a:gd name="connsiteX3" fmla="*/ 0 w 5616109"/>
              <a:gd name="connsiteY3" fmla="*/ 10058400 h 10058400"/>
              <a:gd name="connsiteX0" fmla="*/ 0 w 7754628"/>
              <a:gd name="connsiteY0" fmla="*/ 10058400 h 10058400"/>
              <a:gd name="connsiteX1" fmla="*/ 0 w 7754628"/>
              <a:gd name="connsiteY1" fmla="*/ 0 h 10058400"/>
              <a:gd name="connsiteX2" fmla="*/ 7754628 w 7754628"/>
              <a:gd name="connsiteY2" fmla="*/ 10014158 h 10058400"/>
              <a:gd name="connsiteX3" fmla="*/ 0 w 7754628"/>
              <a:gd name="connsiteY3" fmla="*/ 10058400 h 10058400"/>
              <a:gd name="connsiteX0" fmla="*/ 0 w 7831393"/>
              <a:gd name="connsiteY0" fmla="*/ 10058400 h 10058400"/>
              <a:gd name="connsiteX1" fmla="*/ 0 w 7831393"/>
              <a:gd name="connsiteY1" fmla="*/ 0 h 10058400"/>
              <a:gd name="connsiteX2" fmla="*/ 7831393 w 7831393"/>
              <a:gd name="connsiteY2" fmla="*/ 10043651 h 10058400"/>
              <a:gd name="connsiteX3" fmla="*/ 0 w 7831393"/>
              <a:gd name="connsiteY3" fmla="*/ 10058400 h 10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1393" h="10058400">
                <a:moveTo>
                  <a:pt x="0" y="10058400"/>
                </a:moveTo>
                <a:lnTo>
                  <a:pt x="0" y="0"/>
                </a:lnTo>
                <a:lnTo>
                  <a:pt x="7831393" y="10043651"/>
                </a:lnTo>
                <a:lnTo>
                  <a:pt x="0" y="100584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en-US" sz="1191" dirty="0">
              <a:solidFill>
                <a:srgbClr val="41596A"/>
              </a:solidFill>
            </a:endParaRP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4064000" y="0"/>
            <a:ext cx="8128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l-PL" noProof="0"/>
              <a:t>Kliknij ikonę, aby dodać obraz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05093" y="5212539"/>
            <a:ext cx="3477940" cy="618834"/>
          </a:xfrm>
        </p:spPr>
        <p:txBody>
          <a:bodyPr anchor="t">
            <a:noAutofit/>
          </a:bodyPr>
          <a:lstStyle>
            <a:lvl1pPr algn="l">
              <a:lnSpc>
                <a:spcPts val="2647"/>
              </a:lnSpc>
              <a:defRPr sz="2912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noProof="0"/>
              <a:t>Kliknij, aby edytować styl</a:t>
            </a:r>
            <a:endParaRPr lang="en-US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405092" y="4524821"/>
            <a:ext cx="831272" cy="605118"/>
          </a:xfrm>
          <a:noFill/>
        </p:spPr>
        <p:txBody>
          <a:bodyPr/>
          <a:lstStyle>
            <a:lvl1pPr marL="0" indent="0" algn="ctr">
              <a:buNone/>
              <a:defRPr sz="1191">
                <a:solidFill>
                  <a:schemeClr val="bg1"/>
                </a:solidFill>
              </a:defRPr>
            </a:lvl1pPr>
          </a:lstStyle>
          <a:p>
            <a:pPr lvl="0"/>
            <a:r>
              <a:rPr lang="pl-PL" noProof="0"/>
              <a:t>Kliknij ikonę, aby dodać obraz</a:t>
            </a:r>
            <a:endParaRPr lang="en-US" noProof="0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8405093" y="6142367"/>
            <a:ext cx="3477940" cy="39971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059" spc="0">
                <a:solidFill>
                  <a:srgbClr val="D4D9DD"/>
                </a:solidFill>
                <a:latin typeface="+mn-lt"/>
                <a:cs typeface="Arial" panose="020B0604020202020204" pitchFamily="34" charset="0"/>
              </a:defRPr>
            </a:lvl1pPr>
            <a:lvl2pPr marL="249624" indent="0" algn="ctr">
              <a:buNone/>
              <a:defRPr sz="1092"/>
            </a:lvl2pPr>
            <a:lvl3pPr marL="499249" indent="0" algn="ctr">
              <a:buNone/>
              <a:defRPr sz="983"/>
            </a:lvl3pPr>
            <a:lvl4pPr marL="748873" indent="0" algn="ctr">
              <a:buNone/>
              <a:defRPr sz="874"/>
            </a:lvl4pPr>
            <a:lvl5pPr marL="998497" indent="0" algn="ctr">
              <a:buNone/>
              <a:defRPr sz="874"/>
            </a:lvl5pPr>
            <a:lvl6pPr marL="1248122" indent="0" algn="ctr">
              <a:buNone/>
              <a:defRPr sz="874"/>
            </a:lvl6pPr>
            <a:lvl7pPr marL="1497746" indent="0" algn="ctr">
              <a:buNone/>
              <a:defRPr sz="874"/>
            </a:lvl7pPr>
            <a:lvl8pPr marL="1747370" indent="0" algn="ctr">
              <a:buNone/>
              <a:defRPr sz="874"/>
            </a:lvl8pPr>
            <a:lvl9pPr marL="1996995" indent="0" algn="ctr">
              <a:buNone/>
              <a:defRPr sz="874"/>
            </a:lvl9pPr>
          </a:lstStyle>
          <a:p>
            <a:r>
              <a:rPr lang="pl-PL" noProof="0"/>
              <a:t>Kliknij, aby edytować styl wzorca podtytułu</a:t>
            </a:r>
            <a:endParaRPr lang="en-US" noProof="0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277093" y="2752861"/>
            <a:ext cx="3496316" cy="236542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88">
                <a:solidFill>
                  <a:srgbClr val="344E62"/>
                </a:solidFill>
                <a:latin typeface="+mj-lt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4339200" y="5154223"/>
            <a:ext cx="3507408" cy="1500589"/>
          </a:xfrm>
        </p:spPr>
        <p:txBody>
          <a:bodyPr lIns="45720" rIns="45720"/>
          <a:lstStyle>
            <a:lvl1pPr marL="0" indent="0">
              <a:lnSpc>
                <a:spcPts val="1191"/>
              </a:lnSpc>
              <a:buNone/>
              <a:defRPr sz="728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pl-PL" noProof="0"/>
              <a:t>Kliknij, aby edytować style wzorca tekstu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4339201" y="4703669"/>
            <a:ext cx="3496316" cy="308216"/>
          </a:xfrm>
        </p:spPr>
        <p:txBody>
          <a:bodyPr lIns="45720" rIns="45720">
            <a:noAutofit/>
          </a:bodyPr>
          <a:lstStyle>
            <a:lvl1pPr marL="0" indent="0">
              <a:buNone/>
              <a:defRPr sz="1588" b="0">
                <a:solidFill>
                  <a:schemeClr val="accent4"/>
                </a:solidFill>
                <a:latin typeface="+mj-lt"/>
              </a:defRPr>
            </a:lvl1pPr>
            <a:lvl2pPr marL="302575" indent="0">
              <a:buNone/>
              <a:defRPr sz="1324" b="1">
                <a:latin typeface="Avenir Next LT Pro" panose="020B0504020202020204" pitchFamily="34" charset="0"/>
              </a:defRPr>
            </a:lvl2pPr>
            <a:lvl3pPr marL="605150" indent="0">
              <a:buNone/>
              <a:defRPr sz="1324" b="1">
                <a:latin typeface="Avenir Next LT Pro" panose="020B0504020202020204" pitchFamily="34" charset="0"/>
              </a:defRPr>
            </a:lvl3pPr>
            <a:lvl4pPr marL="907725" indent="0">
              <a:buNone/>
              <a:defRPr sz="1324" b="1">
                <a:latin typeface="Avenir Next LT Pro" panose="020B0504020202020204" pitchFamily="34" charset="0"/>
              </a:defRPr>
            </a:lvl4pPr>
            <a:lvl5pPr marL="1210300" indent="0">
              <a:buNone/>
              <a:defRPr sz="1324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202413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E3008-4938-473C-ABBE-CB1128CE8868}"/>
              </a:ext>
            </a:extLst>
          </p:cNvPr>
          <p:cNvSpPr/>
          <p:nvPr userDrawn="1"/>
        </p:nvSpPr>
        <p:spPr>
          <a:xfrm>
            <a:off x="8128000" y="3429000"/>
            <a:ext cx="4064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1" dirty="0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FD9D2A7-6536-447C-B7A6-7AB8AA802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7091" y="4495579"/>
            <a:ext cx="3507408" cy="2160717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728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6AE19FFF-9A53-44FA-9587-6A53CD56CF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9409" y="4495579"/>
            <a:ext cx="3507408" cy="2160717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728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9472BAF-2E41-4B81-B680-FB2A7AABF3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9410" y="4010445"/>
            <a:ext cx="3496316" cy="308216"/>
          </a:xfrm>
        </p:spPr>
        <p:txBody>
          <a:bodyPr lIns="45720" rIns="45720">
            <a:noAutofit/>
          </a:bodyPr>
          <a:lstStyle>
            <a:lvl1pPr marL="0" indent="0">
              <a:buNone/>
              <a:defRPr sz="1588" b="0">
                <a:solidFill>
                  <a:schemeClr val="bg1"/>
                </a:solidFill>
                <a:latin typeface="+mj-lt"/>
              </a:defRPr>
            </a:lvl1pPr>
            <a:lvl2pPr marL="302575" indent="0">
              <a:buNone/>
              <a:defRPr sz="1324" b="1">
                <a:latin typeface="Avenir Next LT Pro" panose="020B0504020202020204" pitchFamily="34" charset="0"/>
              </a:defRPr>
            </a:lvl2pPr>
            <a:lvl3pPr marL="605150" indent="0">
              <a:buNone/>
              <a:defRPr sz="1324" b="1">
                <a:latin typeface="Avenir Next LT Pro" panose="020B0504020202020204" pitchFamily="34" charset="0"/>
              </a:defRPr>
            </a:lvl3pPr>
            <a:lvl4pPr marL="907725" indent="0">
              <a:buNone/>
              <a:defRPr sz="1324" b="1">
                <a:latin typeface="Avenir Next LT Pro" panose="020B0504020202020204" pitchFamily="34" charset="0"/>
              </a:defRPr>
            </a:lvl4pPr>
            <a:lvl5pPr marL="1210300" indent="0">
              <a:buNone/>
              <a:defRPr sz="1324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41950BF-AF1B-4414-974B-FF3D155A09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7375" y="875423"/>
            <a:ext cx="3486483" cy="2428561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728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1191"/>
              </a:lnSpc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794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3880414-B2C5-45FC-A5A0-792D36719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87542" y="457470"/>
            <a:ext cx="3475457" cy="308216"/>
          </a:xfrm>
        </p:spPr>
        <p:txBody>
          <a:bodyPr lIns="45720" rIns="45720">
            <a:noAutofit/>
          </a:bodyPr>
          <a:lstStyle>
            <a:lvl1pPr marL="0" indent="0">
              <a:buNone/>
              <a:defRPr sz="1588" b="0">
                <a:solidFill>
                  <a:schemeClr val="accent1"/>
                </a:solidFill>
                <a:latin typeface="+mj-lt"/>
              </a:defRPr>
            </a:lvl1pPr>
            <a:lvl2pPr marL="302575" indent="0">
              <a:buNone/>
              <a:defRPr sz="1324" b="1">
                <a:latin typeface="Avenir Next LT Pro" panose="020B0504020202020204" pitchFamily="34" charset="0"/>
              </a:defRPr>
            </a:lvl2pPr>
            <a:lvl3pPr marL="605150" indent="0">
              <a:buNone/>
              <a:defRPr sz="1324" b="1">
                <a:latin typeface="Avenir Next LT Pro" panose="020B0504020202020204" pitchFamily="34" charset="0"/>
              </a:defRPr>
            </a:lvl3pPr>
            <a:lvl4pPr marL="907725" indent="0">
              <a:buNone/>
              <a:defRPr sz="1324" b="1">
                <a:latin typeface="Avenir Next LT Pro" panose="020B0504020202020204" pitchFamily="34" charset="0"/>
              </a:defRPr>
            </a:lvl4pPr>
            <a:lvl5pPr marL="1210300" indent="0">
              <a:buNone/>
              <a:defRPr sz="1324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50594-58FC-4CC6-96FC-190BB9A067F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128000" y="1"/>
            <a:ext cx="4049824" cy="3428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D7476E-EDF5-4CE8-8C32-1E82D1530A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" y="1"/>
            <a:ext cx="406784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8ED93851-8D31-45AB-A726-D5C3546F393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072467" y="3440209"/>
            <a:ext cx="4055535" cy="3428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327553-3280-4A36-BE81-D7D188CF7C45}"/>
              </a:ext>
            </a:extLst>
          </p:cNvPr>
          <p:cNvCxnSpPr>
            <a:cxnSpLocks/>
          </p:cNvCxnSpPr>
          <p:nvPr userDrawn="1"/>
        </p:nvCxnSpPr>
        <p:spPr>
          <a:xfrm>
            <a:off x="4387541" y="321244"/>
            <a:ext cx="124977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BE30A8-DA5C-4AD7-879F-19D0C015D19F}"/>
              </a:ext>
            </a:extLst>
          </p:cNvPr>
          <p:cNvCxnSpPr>
            <a:cxnSpLocks/>
          </p:cNvCxnSpPr>
          <p:nvPr userDrawn="1"/>
        </p:nvCxnSpPr>
        <p:spPr>
          <a:xfrm>
            <a:off x="1559496" y="3717032"/>
            <a:ext cx="132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7D497F-F255-4310-A2D3-8EE9619CE469}"/>
              </a:ext>
            </a:extLst>
          </p:cNvPr>
          <p:cNvCxnSpPr>
            <a:cxnSpLocks/>
          </p:cNvCxnSpPr>
          <p:nvPr userDrawn="1"/>
        </p:nvCxnSpPr>
        <p:spPr>
          <a:xfrm>
            <a:off x="8389409" y="3783507"/>
            <a:ext cx="124977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30">
            <a:extLst>
              <a:ext uri="{FF2B5EF4-FFF2-40B4-BE49-F238E27FC236}">
                <a16:creationId xmlns:a16="http://schemas.microsoft.com/office/drawing/2014/main" id="{A23AF9C2-1B51-41F0-ACC1-0D15C1CA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012698"/>
            <a:ext cx="3494808" cy="317676"/>
          </a:xfrm>
        </p:spPr>
        <p:txBody>
          <a:bodyPr vert="horz" lIns="45720" tIns="45720" rIns="45720" bIns="45720" rtlCol="0">
            <a:noAutofit/>
          </a:bodyPr>
          <a:lstStyle>
            <a:lvl1pPr>
              <a:defRPr lang="en-US" sz="1588" b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662"/>
              </a:spcBef>
              <a:buFont typeface="Arial" panose="020B0604020202020204" pitchFamily="34" charset="0"/>
            </a:pPr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58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66116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681037"/>
            <a:ext cx="11665296" cy="1009651"/>
          </a:xfrm>
        </p:spPr>
        <p:txBody>
          <a:bodyPr/>
          <a:lstStyle>
            <a:lvl1pPr algn="ctr">
              <a:defRPr sz="4000" b="1"/>
            </a:lvl1pPr>
          </a:lstStyle>
          <a:p>
            <a:r>
              <a:rPr lang="pl-PL" dirty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1825625"/>
            <a:ext cx="11665296" cy="4351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1504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65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74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74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3" y="201707"/>
            <a:ext cx="11637817" cy="1325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2" y="2085696"/>
            <a:ext cx="11637817" cy="457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0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48" r:id="rId2"/>
  </p:sldLayoutIdLst>
  <p:hf sldNum="0" hdr="0" ftr="0" dt="0"/>
  <p:txStyles>
    <p:titleStyle>
      <a:lvl1pPr algn="l" defTabSz="605150" rtl="0" eaLnBrk="1" latinLnBrk="0" hangingPunct="1">
        <a:lnSpc>
          <a:spcPct val="90000"/>
        </a:lnSpc>
        <a:spcBef>
          <a:spcPct val="0"/>
        </a:spcBef>
        <a:buNone/>
        <a:defRPr sz="2912" kern="1200">
          <a:solidFill>
            <a:schemeClr val="tx1"/>
          </a:solidFill>
          <a:latin typeface="Georgia Pro Cond Light" panose="02040306050405020303" pitchFamily="18" charset="0"/>
          <a:ea typeface="+mj-ea"/>
          <a:cs typeface="+mj-cs"/>
        </a:defRPr>
      </a:lvl1pPr>
    </p:titleStyle>
    <p:bodyStyle>
      <a:lvl1pPr marL="151287" indent="-151287" algn="l" defTabSz="605150" rtl="0" eaLnBrk="1" latinLnBrk="0" hangingPunct="1">
        <a:lnSpc>
          <a:spcPct val="90000"/>
        </a:lnSpc>
        <a:spcBef>
          <a:spcPts val="662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1pPr>
      <a:lvl2pPr marL="453862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756437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324" kern="1200">
          <a:solidFill>
            <a:schemeClr val="tx1"/>
          </a:solidFill>
          <a:latin typeface="+mn-lt"/>
          <a:ea typeface="+mn-ea"/>
          <a:cs typeface="+mn-cs"/>
        </a:defRPr>
      </a:lvl3pPr>
      <a:lvl4pPr marL="1059012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4pPr>
      <a:lvl5pPr marL="1361587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5pPr>
      <a:lvl6pPr marL="1664162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6pPr>
      <a:lvl7pPr marL="1966737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7pPr>
      <a:lvl8pPr marL="2269312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8pPr>
      <a:lvl9pPr marL="2571887" indent="-151287" algn="l" defTabSz="605150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1pPr>
      <a:lvl2pPr marL="302575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2pPr>
      <a:lvl3pPr marL="605150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3pPr>
      <a:lvl4pPr marL="907725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4pPr>
      <a:lvl5pPr marL="1210300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5pPr>
      <a:lvl6pPr marL="1512875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6pPr>
      <a:lvl7pPr marL="1815450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7pPr>
      <a:lvl8pPr marL="2118025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8pPr>
      <a:lvl9pPr marL="2420600" algn="l" defTabSz="605150" rtl="0" eaLnBrk="1" latinLnBrk="0" hangingPunct="1">
        <a:defRPr sz="11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68" userDrawn="1">
          <p15:clr>
            <a:srgbClr val="F26B43"/>
          </p15:clr>
        </p15:guide>
        <p15:guide id="3" pos="7737" userDrawn="1">
          <p15:clr>
            <a:srgbClr val="F26B43"/>
          </p15:clr>
        </p15:guide>
        <p15:guide id="4" pos="264" userDrawn="1">
          <p15:clr>
            <a:srgbClr val="5ACBF0"/>
          </p15:clr>
        </p15:guide>
        <p15:guide id="6" pos="11341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3605" userDrawn="1">
          <p15:clr>
            <a:srgbClr val="5ACBF0"/>
          </p15:clr>
        </p15:guide>
        <p15:guide id="11" pos="4132" userDrawn="1">
          <p15:clr>
            <a:srgbClr val="5ACBF0"/>
          </p15:clr>
        </p15:guide>
        <p15:guide id="12" pos="7473" userDrawn="1">
          <p15:clr>
            <a:srgbClr val="5ACBF0"/>
          </p15:clr>
        </p15:guide>
        <p15:guide id="13" pos="8000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15">
            <a:extLst>
              <a:ext uri="{FF2B5EF4-FFF2-40B4-BE49-F238E27FC236}">
                <a16:creationId xmlns:a16="http://schemas.microsoft.com/office/drawing/2014/main" id="{50A5917D-05E9-5D36-756F-D93DEB33AE82}"/>
              </a:ext>
            </a:extLst>
          </p:cNvPr>
          <p:cNvSpPr/>
          <p:nvPr userDrawn="1"/>
        </p:nvSpPr>
        <p:spPr>
          <a:xfrm>
            <a:off x="-81280" y="6315075"/>
            <a:ext cx="12344400" cy="619126"/>
          </a:xfrm>
          <a:prstGeom prst="rect">
            <a:avLst/>
          </a:prstGeom>
          <a:gradFill flip="none" rotWithShape="1">
            <a:gsLst>
              <a:gs pos="0">
                <a:srgbClr val="D9D9D9">
                  <a:shade val="30000"/>
                  <a:satMod val="115000"/>
                </a:srgbClr>
              </a:gs>
              <a:gs pos="25000">
                <a:srgbClr val="D9D9D9">
                  <a:shade val="67500"/>
                  <a:satMod val="115000"/>
                </a:srgbClr>
              </a:gs>
              <a:gs pos="100000">
                <a:srgbClr val="D9D9D9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5444"/>
            <a:ext cx="10515600" cy="1098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  <a:endParaRPr lang="en-US" dirty="0"/>
          </a:p>
        </p:txBody>
      </p:sp>
      <p:sp>
        <p:nvSpPr>
          <p:cNvPr id="9" name="pole tekstowe 3">
            <a:extLst>
              <a:ext uri="{FF2B5EF4-FFF2-40B4-BE49-F238E27FC236}">
                <a16:creationId xmlns:a16="http://schemas.microsoft.com/office/drawing/2014/main" id="{3118A70B-1D11-EB86-8E9E-27580E77F3AF}"/>
              </a:ext>
            </a:extLst>
          </p:cNvPr>
          <p:cNvSpPr txBox="1"/>
          <p:nvPr userDrawn="1"/>
        </p:nvSpPr>
        <p:spPr>
          <a:xfrm>
            <a:off x="2168671" y="6452998"/>
            <a:ext cx="74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b="1" dirty="0">
                <a:solidFill>
                  <a:schemeClr val="bg1"/>
                </a:solidFill>
              </a:rPr>
              <a:t>Centrum Organizacji Szkoleń i Konferencji SEMPER 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A484710-CFD1-85B8-987F-6F0C9B9ADF4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09599" y="6451600"/>
            <a:ext cx="145395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fld id="{896381E8-D510-4D52-90D8-9092D1CF2CC3}" type="slidenum">
              <a:rPr lang="en-US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pPr eaLnBrk="1" hangingPunct="1">
                <a:spcBef>
                  <a:spcPct val="50000"/>
                </a:spcBef>
                <a:buFontTx/>
                <a:buNone/>
              </a:pPr>
              <a:t>‹#›</a:t>
            </a:fld>
            <a:endParaRPr lang="en-US" altLang="en-US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Prostokąt 15">
            <a:extLst>
              <a:ext uri="{FF2B5EF4-FFF2-40B4-BE49-F238E27FC236}">
                <a16:creationId xmlns:a16="http://schemas.microsoft.com/office/drawing/2014/main" id="{8155FFE3-500F-4F16-5538-BF589DDE7A84}"/>
              </a:ext>
            </a:extLst>
          </p:cNvPr>
          <p:cNvSpPr/>
          <p:nvPr userDrawn="1"/>
        </p:nvSpPr>
        <p:spPr>
          <a:xfrm>
            <a:off x="-38530" y="-13492"/>
            <a:ext cx="12230529" cy="61356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2"/>
              </a:solidFill>
            </a:endParaRPr>
          </a:p>
        </p:txBody>
      </p:sp>
      <p:pic>
        <p:nvPicPr>
          <p:cNvPr id="12" name="Obraz 16">
            <a:extLst>
              <a:ext uri="{FF2B5EF4-FFF2-40B4-BE49-F238E27FC236}">
                <a16:creationId xmlns:a16="http://schemas.microsoft.com/office/drawing/2014/main" id="{668E82EB-405A-D3C1-9F6D-51FBE64FFF2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08568" y="73818"/>
            <a:ext cx="899434" cy="4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8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3" r:id="rId2"/>
    <p:sldLayoutId id="2147483752" r:id="rId3"/>
    <p:sldLayoutId id="2147483754" r:id="rId4"/>
    <p:sldLayoutId id="2147483756" r:id="rId5"/>
    <p:sldLayoutId id="2147483757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hyperlink" Target="http://www.szkolenia-semer.pl/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hyperlink" Target="mailto:xxx@szkolenia-semper.pl" TargetMode="External"/><Relationship Id="rId9" Type="http://schemas.openxmlformats.org/officeDocument/2006/relationships/hyperlink" Target="mailto:info@szkolenia-semper.p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hyperlink" Target="mailto:info@szkolenia-semper.pl" TargetMode="External"/><Relationship Id="rId7" Type="http://schemas.openxmlformats.org/officeDocument/2006/relationships/image" Target="../media/image1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hyperlink" Target="mailto:konsultacje@szkolenia-semper.pl" TargetMode="External"/><Relationship Id="rId4" Type="http://schemas.openxmlformats.org/officeDocument/2006/relationships/hyperlink" Target="http://www.szkolenia-semper.p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9D9D9"/>
            </a:gs>
            <a:gs pos="86000">
              <a:srgbClr val="ECEEF0"/>
            </a:gs>
            <a:gs pos="92999">
              <a:srgbClr val="ECEEF0"/>
            </a:gs>
            <a:gs pos="100000">
              <a:srgbClr val="F2F4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9" name="Obraz 4">
            <a:extLst>
              <a:ext uri="{FF2B5EF4-FFF2-40B4-BE49-F238E27FC236}">
                <a16:creationId xmlns:a16="http://schemas.microsoft.com/office/drawing/2014/main" id="{31203CF9-3ABA-6B27-DC01-8EB310E6A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92" y="296444"/>
            <a:ext cx="3960000" cy="992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AF6CAB9-185A-9AA1-102A-92D7908D87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1385" y="1329050"/>
            <a:ext cx="5544614" cy="5349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l-PL" sz="1700"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xxx 2026 r. | xxx</a:t>
            </a:r>
            <a:endParaRPr lang="en-US" sz="1700" b="1" dirty="0">
              <a:solidFill>
                <a:schemeClr val="tx1"/>
              </a:solidFill>
              <a:latin typeface="Book Antiqua" panose="02040602050305030304" pitchFamily="18" charset="0"/>
              <a:cs typeface="Calibri"/>
            </a:endParaRPr>
          </a:p>
        </p:txBody>
      </p:sp>
      <p:cxnSp>
        <p:nvCxnSpPr>
          <p:cNvPr id="17" name="Straight Connector 16" descr="&quot;&quot;">
            <a:extLst>
              <a:ext uri="{FF2B5EF4-FFF2-40B4-BE49-F238E27FC236}">
                <a16:creationId xmlns:a16="http://schemas.microsoft.com/office/drawing/2014/main" id="{8ADEDFE8-074B-F037-33BB-8641253DD240}"/>
              </a:ext>
            </a:extLst>
          </p:cNvPr>
          <p:cNvCxnSpPr>
            <a:cxnSpLocks/>
          </p:cNvCxnSpPr>
          <p:nvPr/>
        </p:nvCxnSpPr>
        <p:spPr>
          <a:xfrm>
            <a:off x="2834742" y="1988840"/>
            <a:ext cx="977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7" name="Text Placeholder 32">
            <a:extLst>
              <a:ext uri="{FF2B5EF4-FFF2-40B4-BE49-F238E27FC236}">
                <a16:creationId xmlns:a16="http://schemas.microsoft.com/office/drawing/2014/main" id="{6B24F467-4B95-53EA-F9C9-54FD6BF7E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4" y="2036068"/>
            <a:ext cx="4824536" cy="10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04838">
              <a:lnSpc>
                <a:spcPct val="90000"/>
              </a:lnSpc>
              <a:spcBef>
                <a:spcPts val="663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Univers" panose="020B0503020202020204" pitchFamily="34" charset="0"/>
              </a:defRPr>
            </a:lvl1pPr>
            <a:lvl2pPr marL="452438" indent="-150813" defTabSz="604838">
              <a:lnSpc>
                <a:spcPct val="90000"/>
              </a:lnSpc>
              <a:spcBef>
                <a:spcPts val="32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Univers" panose="020B0503020202020204" pitchFamily="34" charset="0"/>
              </a:defRPr>
            </a:lvl2pPr>
            <a:lvl3pPr marL="755650" indent="-150813" defTabSz="604838">
              <a:lnSpc>
                <a:spcPct val="90000"/>
              </a:lnSpc>
              <a:spcBef>
                <a:spcPts val="32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Univers" panose="020B0503020202020204" pitchFamily="34" charset="0"/>
              </a:defRPr>
            </a:lvl3pPr>
            <a:lvl4pPr marL="1058863" indent="-150813" defTabSz="604838">
              <a:lnSpc>
                <a:spcPct val="90000"/>
              </a:lnSpc>
              <a:spcBef>
                <a:spcPts val="325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Univers" panose="020B0503020202020204" pitchFamily="34" charset="0"/>
              </a:defRPr>
            </a:lvl4pPr>
            <a:lvl5pPr marL="1360488" indent="-150813" defTabSz="604838">
              <a:lnSpc>
                <a:spcPct val="90000"/>
              </a:lnSpc>
              <a:spcBef>
                <a:spcPts val="325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Univers" panose="020B0503020202020204" pitchFamily="34" charset="0"/>
              </a:defRPr>
            </a:lvl5pPr>
            <a:lvl6pPr marL="1817688" indent="-150813" defTabSz="604838" fontAlgn="base">
              <a:lnSpc>
                <a:spcPct val="90000"/>
              </a:lnSpc>
              <a:spcBef>
                <a:spcPts val="3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Univers" panose="020B0503020202020204" pitchFamily="34" charset="0"/>
              </a:defRPr>
            </a:lvl6pPr>
            <a:lvl7pPr marL="2274888" indent="-150813" defTabSz="604838" fontAlgn="base">
              <a:lnSpc>
                <a:spcPct val="90000"/>
              </a:lnSpc>
              <a:spcBef>
                <a:spcPts val="3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Univers" panose="020B0503020202020204" pitchFamily="34" charset="0"/>
              </a:defRPr>
            </a:lvl7pPr>
            <a:lvl8pPr marL="2732088" indent="-150813" defTabSz="604838" fontAlgn="base">
              <a:lnSpc>
                <a:spcPct val="90000"/>
              </a:lnSpc>
              <a:spcBef>
                <a:spcPts val="3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Univers" panose="020B0503020202020204" pitchFamily="34" charset="0"/>
              </a:defRPr>
            </a:lvl8pPr>
            <a:lvl9pPr marL="3189288" indent="-150813" defTabSz="604838" fontAlgn="base">
              <a:lnSpc>
                <a:spcPct val="90000"/>
              </a:lnSpc>
              <a:spcBef>
                <a:spcPts val="3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Univers" panose="020B05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buNone/>
              <a:defRPr/>
            </a:pPr>
            <a: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„</a:t>
            </a:r>
            <a:r>
              <a:rPr lang="pl-PL" altLang="pl-PL" b="1" dirty="0">
                <a:solidFill>
                  <a:srgbClr val="344E62"/>
                </a:solidFill>
                <a:latin typeface="Book Antiqua" panose="02040602050305030304" pitchFamily="18" charset="0"/>
                <a:cs typeface="Calibri" panose="020F0502020204030204" pitchFamily="34" charset="0"/>
              </a:rPr>
              <a:t>xxx</a:t>
            </a:r>
            <a:r>
              <a:rPr kumimoji="0" lang="pl-PL" alt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”</a:t>
            </a:r>
            <a:endParaRPr kumimoji="0" lang="en-US" altLang="pl-PL" sz="1800" b="1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8" name="Straight Connector 17" descr="&quot;&quot;">
            <a:extLst>
              <a:ext uri="{FF2B5EF4-FFF2-40B4-BE49-F238E27FC236}">
                <a16:creationId xmlns:a16="http://schemas.microsoft.com/office/drawing/2014/main" id="{A4A2F277-C82B-F696-E454-EF4CE979CC32}"/>
              </a:ext>
            </a:extLst>
          </p:cNvPr>
          <p:cNvCxnSpPr>
            <a:cxnSpLocks/>
          </p:cNvCxnSpPr>
          <p:nvPr/>
        </p:nvCxnSpPr>
        <p:spPr>
          <a:xfrm>
            <a:off x="2834742" y="3087432"/>
            <a:ext cx="977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3E4D4FC2-848E-1317-0782-9FE57AA9B0EA}"/>
              </a:ext>
            </a:extLst>
          </p:cNvPr>
          <p:cNvSpPr txBox="1">
            <a:spLocks/>
          </p:cNvSpPr>
          <p:nvPr/>
        </p:nvSpPr>
        <p:spPr>
          <a:xfrm>
            <a:off x="551385" y="3225459"/>
            <a:ext cx="5544615" cy="626120"/>
          </a:xfrm>
          <a:prstGeom prst="rect">
            <a:avLst/>
          </a:prstGeom>
        </p:spPr>
        <p:txBody>
          <a:bodyPr lIns="60512" tIns="30256" rIns="60512" bIns="30256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</a:rPr>
              <a:t>Ekspert Merytoryczny: xxx</a:t>
            </a:r>
          </a:p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  <a:hlinkClick r:id="rId4"/>
              </a:rPr>
              <a:t>xxx@szkolenia-semper.pl</a:t>
            </a:r>
            <a:endParaRPr kumimoji="0" lang="pl-PL" sz="1400" b="0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cs typeface="Calibri"/>
              <a:sym typeface="Verdana"/>
            </a:endParaRP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985A0C75-FB66-FE43-8DCC-9D9944AE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529" y="3935125"/>
            <a:ext cx="1598327" cy="1864715"/>
          </a:xfrm>
          <a:prstGeom prst="rect">
            <a:avLst/>
          </a:prstGeom>
        </p:spPr>
      </p:pic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D163E65E-B1B4-76AA-BA43-28E7F8AF2B82}"/>
              </a:ext>
            </a:extLst>
          </p:cNvPr>
          <p:cNvSpPr txBox="1">
            <a:spLocks/>
          </p:cNvSpPr>
          <p:nvPr/>
        </p:nvSpPr>
        <p:spPr>
          <a:xfrm>
            <a:off x="551385" y="5835402"/>
            <a:ext cx="5544615" cy="348008"/>
          </a:xfrm>
          <a:prstGeom prst="rect">
            <a:avLst/>
          </a:prstGeom>
        </p:spPr>
        <p:txBody>
          <a:bodyPr lIns="60512" tIns="30256" rIns="60512" bIns="30256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588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/>
                <a:sym typeface="Verdana"/>
              </a:rPr>
              <a:t>Sprawdź naszą aktu	alną ofertę!</a:t>
            </a:r>
            <a:endParaRPr kumimoji="0" lang="en-US" sz="1588" b="0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Calibri"/>
              <a:sym typeface="Verdana"/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E6029A0C-57DE-EA71-54EC-4D763E6F4A99}"/>
              </a:ext>
            </a:extLst>
          </p:cNvPr>
          <p:cNvSpPr txBox="1"/>
          <p:nvPr/>
        </p:nvSpPr>
        <p:spPr>
          <a:xfrm>
            <a:off x="551385" y="6319618"/>
            <a:ext cx="110892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Univers"/>
                <a:ea typeface="Verdana"/>
                <a:cs typeface="Arial" pitchFamily="34" charset="0"/>
                <a:sym typeface="Verdana"/>
              </a:rPr>
              <a:t>Niniejsze materiały szkoleniowe stanowią własność intelektualną Centrum Organizacji Szkoleń i Konferencji SEMPER lub osób trzecich, w których imieniu Centrum Organizacji Szkoleń i Konferencji SEMPER występuje. Materiał jest poufny i podlega ochronie prawem autorskim. Kopiowanie, przekazywanie osobom trzecim oraz wykorzystanie niezgodne z intencją organizatora szkolenia jest zabronione i stanowi naruszenie prawa.</a:t>
            </a:r>
          </a:p>
        </p:txBody>
      </p:sp>
      <p:pic>
        <p:nvPicPr>
          <p:cNvPr id="29698" name="Picture Placeholder 35">
            <a:extLst>
              <a:ext uri="{FF2B5EF4-FFF2-40B4-BE49-F238E27FC236}">
                <a16:creationId xmlns:a16="http://schemas.microsoft.com/office/drawing/2014/main" id="{D47BE3D7-0C35-AA5E-6603-30574D725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type="pic" sz="quarter" idx="2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1125571"/>
            <a:ext cx="4332287" cy="5022043"/>
          </a:xfrm>
        </p:spPr>
      </p:pic>
      <p:sp>
        <p:nvSpPr>
          <p:cNvPr id="20" name="Right Triangle 19" descr="&quot;&quot;">
            <a:extLst>
              <a:ext uri="{FF2B5EF4-FFF2-40B4-BE49-F238E27FC236}">
                <a16:creationId xmlns:a16="http://schemas.microsoft.com/office/drawing/2014/main" id="{84D6B7AD-7C5C-CB4B-F239-67B662C4D62E}"/>
              </a:ext>
            </a:extLst>
          </p:cNvPr>
          <p:cNvSpPr/>
          <p:nvPr/>
        </p:nvSpPr>
        <p:spPr>
          <a:xfrm rot="5400000" flipH="1">
            <a:off x="7151793" y="3602315"/>
            <a:ext cx="2064618" cy="3024076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9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/>
              <a:ea typeface="+mn-ea"/>
              <a:cs typeface="+mn-cs"/>
              <a:sym typeface="Verdana"/>
            </a:endParaRPr>
          </a:p>
        </p:txBody>
      </p:sp>
      <p:sp>
        <p:nvSpPr>
          <p:cNvPr id="19" name="Right Triangle 18" descr="&quot;&quot;">
            <a:extLst>
              <a:ext uri="{FF2B5EF4-FFF2-40B4-BE49-F238E27FC236}">
                <a16:creationId xmlns:a16="http://schemas.microsoft.com/office/drawing/2014/main" id="{C6377CCD-32F5-3E2E-0EFF-8E7DFBFD30B8}"/>
              </a:ext>
            </a:extLst>
          </p:cNvPr>
          <p:cNvSpPr/>
          <p:nvPr/>
        </p:nvSpPr>
        <p:spPr>
          <a:xfrm rot="16200000">
            <a:off x="6684078" y="1827727"/>
            <a:ext cx="4319887" cy="4319887"/>
          </a:xfrm>
          <a:prstGeom prst="rtTriangl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9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/>
              <a:ea typeface="+mn-ea"/>
              <a:cs typeface="+mn-cs"/>
              <a:sym typeface="Verdana"/>
            </a:endParaRPr>
          </a:p>
        </p:txBody>
      </p:sp>
      <p:sp>
        <p:nvSpPr>
          <p:cNvPr id="24" name="Right Triangle 23" descr="&quot;&quot;">
            <a:extLst>
              <a:ext uri="{FF2B5EF4-FFF2-40B4-BE49-F238E27FC236}">
                <a16:creationId xmlns:a16="http://schemas.microsoft.com/office/drawing/2014/main" id="{B144E821-1FD1-67B0-B829-45CFEE2E4D47}"/>
              </a:ext>
            </a:extLst>
          </p:cNvPr>
          <p:cNvSpPr/>
          <p:nvPr/>
        </p:nvSpPr>
        <p:spPr>
          <a:xfrm rot="16200000">
            <a:off x="7587736" y="2727296"/>
            <a:ext cx="3416230" cy="3416230"/>
          </a:xfrm>
          <a:prstGeom prst="rtTriangl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9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/>
              <a:ea typeface="+mn-ea"/>
              <a:cs typeface="+mn-cs"/>
              <a:sym typeface="Verdana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20B26C-89D2-F7EE-4644-F035F6767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1219" y="4090216"/>
            <a:ext cx="1711325" cy="454025"/>
          </a:xfrm>
        </p:spPr>
        <p:txBody>
          <a:bodyPr/>
          <a:lstStyle/>
          <a:p>
            <a:pPr algn="r" defTabSz="605150" fontAlgn="auto">
              <a:spcAft>
                <a:spcPts val="0"/>
              </a:spcAft>
              <a:defRPr/>
            </a:pPr>
            <a:r>
              <a:rPr lang="pl-PL" sz="2382" b="0" spc="-99" dirty="0">
                <a:ea typeface="HGPMinchoE" panose="020B0400000000000000" pitchFamily="18" charset="-128"/>
                <a:cs typeface="Narkisim" panose="020B0604020202020204" pitchFamily="34" charset="-79"/>
              </a:rPr>
              <a:t>SEMPER</a:t>
            </a:r>
            <a:endParaRPr lang="en-US" sz="2382" b="0" spc="-99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5A999A3-8594-08A8-4385-D7F413FA1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8019" y="4456928"/>
            <a:ext cx="1914525" cy="622300"/>
          </a:xfrm>
        </p:spPr>
        <p:txBody>
          <a:bodyPr/>
          <a:lstStyle/>
          <a:p>
            <a:pPr algn="r" defTabSz="605150" fontAlgn="auto">
              <a:spcBef>
                <a:spcPts val="662"/>
              </a:spcBef>
              <a:spcAft>
                <a:spcPts val="0"/>
              </a:spcAft>
              <a:defRPr/>
            </a:pPr>
            <a:r>
              <a:rPr lang="pl-PL" sz="927" dirty="0">
                <a:cs typeface="Calibri" panose="020F0502020204030204" pitchFamily="34" charset="0"/>
              </a:rPr>
              <a:t>Centrum Organizacji </a:t>
            </a:r>
          </a:p>
          <a:p>
            <a:pPr algn="r" defTabSz="605150" fontAlgn="auto">
              <a:spcBef>
                <a:spcPts val="662"/>
              </a:spcBef>
              <a:spcAft>
                <a:spcPts val="0"/>
              </a:spcAft>
              <a:defRPr/>
            </a:pPr>
            <a:r>
              <a:rPr lang="pl-PL" sz="927" dirty="0">
                <a:cs typeface="Calibri" panose="020F0502020204030204" pitchFamily="34" charset="0"/>
              </a:rPr>
              <a:t>Szkoleń i Konferencji</a:t>
            </a:r>
            <a:endParaRPr lang="en-US" sz="927" dirty="0">
              <a:cs typeface="Calibri" panose="020F0502020204030204" pitchFamily="34" charset="0"/>
            </a:endParaRPr>
          </a:p>
        </p:txBody>
      </p:sp>
      <p:cxnSp>
        <p:nvCxnSpPr>
          <p:cNvPr id="26" name="Straight Connector 25" descr="&quot;&quot;">
            <a:extLst>
              <a:ext uri="{FF2B5EF4-FFF2-40B4-BE49-F238E27FC236}">
                <a16:creationId xmlns:a16="http://schemas.microsoft.com/office/drawing/2014/main" id="{306BAFB1-E049-9FEC-9E1C-B941738432AD}"/>
              </a:ext>
            </a:extLst>
          </p:cNvPr>
          <p:cNvCxnSpPr>
            <a:cxnSpLocks/>
          </p:cNvCxnSpPr>
          <p:nvPr/>
        </p:nvCxnSpPr>
        <p:spPr>
          <a:xfrm>
            <a:off x="9567279" y="5007790"/>
            <a:ext cx="132715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13" descr="Smart Phone" title="Icon - Presenter Phone Number">
            <a:extLst>
              <a:ext uri="{FF2B5EF4-FFF2-40B4-BE49-F238E27FC236}">
                <a16:creationId xmlns:a16="http://schemas.microsoft.com/office/drawing/2014/main" id="{5334FBCA-1449-E51C-B551-9B5A5D926ED0}"/>
              </a:ext>
            </a:extLst>
          </p:cNvPr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 bwMode="gray">
          <a:xfrm>
            <a:off x="9264092" y="5150665"/>
            <a:ext cx="260350" cy="26035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F06386-8E93-1CD7-1327-66F0B2B599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62975" y="5168128"/>
            <a:ext cx="1231453" cy="241300"/>
          </a:xfrm>
        </p:spPr>
        <p:txBody>
          <a:bodyPr vert="horz" lIns="0" tIns="30256" rIns="0" bIns="30256" rtlCol="0" anchor="t">
            <a:normAutofit/>
          </a:bodyPr>
          <a:lstStyle/>
          <a:p>
            <a:pPr defTabSz="605150" fontAlgn="auto">
              <a:lnSpc>
                <a:spcPct val="100000"/>
              </a:lnSpc>
              <a:spcBef>
                <a:spcPts val="662"/>
              </a:spcBef>
              <a:spcAft>
                <a:spcPts val="0"/>
              </a:spcAft>
              <a:defRPr/>
            </a:pPr>
            <a:r>
              <a:rPr lang="pl-PL" sz="927" dirty="0">
                <a:solidFill>
                  <a:schemeClr val="bg1"/>
                </a:solidFill>
                <a:cs typeface="Arial"/>
              </a:rPr>
              <a:t>+48 </a:t>
            </a:r>
            <a:r>
              <a:rPr lang="en-US" sz="927" dirty="0">
                <a:solidFill>
                  <a:schemeClr val="bg1"/>
                </a:solidFill>
                <a:cs typeface="Arial"/>
              </a:rPr>
              <a:t>508 393 926 </a:t>
            </a:r>
            <a:endParaRPr lang="en-US" sz="927" dirty="0">
              <a:solidFill>
                <a:schemeClr val="bg1"/>
              </a:solidFill>
            </a:endParaRPr>
          </a:p>
        </p:txBody>
      </p:sp>
      <p:pic>
        <p:nvPicPr>
          <p:cNvPr id="25" name="Graphic 12" descr="Envelope" title="Icon Presenter Email">
            <a:extLst>
              <a:ext uri="{FF2B5EF4-FFF2-40B4-BE49-F238E27FC236}">
                <a16:creationId xmlns:a16="http://schemas.microsoft.com/office/drawing/2014/main" id="{2D666954-7144-3A8C-20E9-4E864453DAA3}"/>
              </a:ext>
            </a:extLst>
          </p:cNvPr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 bwMode="gray">
          <a:xfrm>
            <a:off x="9264092" y="5498039"/>
            <a:ext cx="260350" cy="260350"/>
          </a:xfrm>
          <a:prstGeom prst="rect">
            <a:avLst/>
          </a:prstGeom>
        </p:spPr>
      </p:pic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C8A7DCD3-BD9A-0896-75AD-C86AF6E44B35}"/>
              </a:ext>
            </a:extLst>
          </p:cNvPr>
          <p:cNvSpPr txBox="1">
            <a:spLocks/>
          </p:cNvSpPr>
          <p:nvPr/>
        </p:nvSpPr>
        <p:spPr>
          <a:xfrm>
            <a:off x="9624393" y="5547540"/>
            <a:ext cx="1295884" cy="241300"/>
          </a:xfrm>
          <a:prstGeom prst="rect">
            <a:avLst/>
          </a:prstGeom>
        </p:spPr>
        <p:txBody>
          <a:bodyPr lIns="0" tIns="30256" rIns="0" bIns="30256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5150" rtl="0" eaLnBrk="1" fontAlgn="auto" latinLnBrk="0" hangingPunct="1">
              <a:lnSpc>
                <a:spcPct val="100000"/>
              </a:lnSpc>
              <a:spcBef>
                <a:spcPts val="6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927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vers"/>
                <a:ea typeface="+mn-ea"/>
                <a:cs typeface="Arial"/>
                <a:sym typeface="Verdana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info@szkolenia-semper.pl</a:t>
            </a:r>
            <a:endParaRPr kumimoji="0" lang="en-US" sz="92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nivers"/>
              <a:ea typeface="+mn-ea"/>
              <a:cs typeface="Arial" panose="020B0604020202020204" pitchFamily="34" charset="0"/>
              <a:sym typeface="Verdana"/>
            </a:endParaRPr>
          </a:p>
        </p:txBody>
      </p:sp>
      <p:pic>
        <p:nvPicPr>
          <p:cNvPr id="28" name="Graphic 14" descr="Link">
            <a:extLst>
              <a:ext uri="{FF2B5EF4-FFF2-40B4-BE49-F238E27FC236}">
                <a16:creationId xmlns:a16="http://schemas.microsoft.com/office/drawing/2014/main" id="{28E4B46B-71AC-6134-9FE5-C69055866380}"/>
              </a:ext>
            </a:extLst>
          </p:cNvPr>
          <p:cNvPicPr>
            <a:picLocks noChangeAspect="1"/>
          </p:cNvPicPr>
          <p:nvPr/>
        </p:nvPicPr>
        <p:blipFill>
          <a:blip r:embed="rId10" cstate="screen"/>
          <a:stretch>
            <a:fillRect/>
          </a:stretch>
        </p:blipFill>
        <p:spPr bwMode="gray">
          <a:xfrm>
            <a:off x="9264092" y="5807890"/>
            <a:ext cx="287337" cy="287338"/>
          </a:xfrm>
          <a:prstGeom prst="rect">
            <a:avLst/>
          </a:prstGeom>
        </p:spPr>
      </p:pic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908C943E-05BE-24D7-6341-8D4B6C7C7203}"/>
              </a:ext>
            </a:extLst>
          </p:cNvPr>
          <p:cNvSpPr txBox="1">
            <a:spLocks/>
          </p:cNvSpPr>
          <p:nvPr/>
        </p:nvSpPr>
        <p:spPr>
          <a:xfrm>
            <a:off x="9624392" y="5844403"/>
            <a:ext cx="1295884" cy="241300"/>
          </a:xfrm>
          <a:prstGeom prst="rect">
            <a:avLst/>
          </a:prstGeom>
        </p:spPr>
        <p:txBody>
          <a:bodyPr lIns="0" tIns="30256" rIns="0" bIns="30256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5150" rtl="0" eaLnBrk="1" fontAlgn="auto" latinLnBrk="0" hangingPunct="1">
              <a:lnSpc>
                <a:spcPct val="100000"/>
              </a:lnSpc>
              <a:spcBef>
                <a:spcPts val="6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927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vers"/>
                <a:ea typeface="+mn-ea"/>
                <a:cs typeface="Arial"/>
                <a:sym typeface="Verdana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www.szkolenia-semper.pl</a:t>
            </a:r>
            <a:endParaRPr kumimoji="0" lang="en-US" sz="92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nivers"/>
              <a:ea typeface="+mn-ea"/>
              <a:cs typeface="Arial" panose="020B060402020202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F191-4A27-B989-CD57-B27ADCE3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41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96058C-FA8E-47E3-A62B-AB583AB0775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69681" y="817795"/>
            <a:ext cx="2606593" cy="833515"/>
          </a:xfrm>
        </p:spPr>
        <p:txBody>
          <a:bodyPr/>
          <a:lstStyle/>
          <a:p>
            <a:pPr algn="ctr"/>
            <a:r>
              <a:rPr lang="pl-PL" dirty="0"/>
              <a:t>DZIĘKUJEMY ZA UWAGĘ</a:t>
            </a:r>
          </a:p>
          <a:p>
            <a:pPr algn="ctr"/>
            <a:r>
              <a:rPr lang="pl-PL" dirty="0"/>
              <a:t>Centrum Organizacji Szkoleń i Konferencji Semper</a:t>
            </a:r>
            <a:endParaRPr lang="en-US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DA5B7ED9-8131-4253-A207-CAAF0757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513" y="1714680"/>
            <a:ext cx="1440553" cy="757252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FE5B84-E6D3-40F1-A67A-3D14F0449D2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88074" y="2561975"/>
            <a:ext cx="3019988" cy="83351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pl-PL" sz="1000" b="1" dirty="0">
                <a:solidFill>
                  <a:srgbClr val="556A7B"/>
                </a:solidFill>
              </a:rPr>
              <a:t>Ekspert Merytoryczny:</a:t>
            </a:r>
          </a:p>
          <a:p>
            <a:pPr algn="ctr">
              <a:lnSpc>
                <a:spcPct val="100000"/>
              </a:lnSpc>
            </a:pPr>
            <a:r>
              <a:rPr lang="pl-PL" sz="1000" b="1" dirty="0">
                <a:solidFill>
                  <a:srgbClr val="556A7B"/>
                </a:solidFill>
              </a:rPr>
              <a:t>xxx</a:t>
            </a:r>
          </a:p>
          <a:p>
            <a:pPr algn="ctr">
              <a:lnSpc>
                <a:spcPct val="100000"/>
              </a:lnSpc>
            </a:pPr>
            <a:r>
              <a:rPr lang="pl-PL" sz="1000" b="1">
                <a:solidFill>
                  <a:srgbClr val="556A7B"/>
                </a:solidFill>
              </a:rPr>
              <a:t>xxx@</a:t>
            </a:r>
            <a:r>
              <a:rPr lang="pl-PL" sz="1000" b="1" dirty="0">
                <a:solidFill>
                  <a:srgbClr val="556A7B"/>
                </a:solidFill>
              </a:rPr>
              <a:t>szkolenia-semper.pl</a:t>
            </a: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77B34018-82E7-4E6D-AB42-047F24B3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642" y="4029093"/>
            <a:ext cx="3494808" cy="317676"/>
          </a:xfrm>
        </p:spPr>
        <p:txBody>
          <a:bodyPr/>
          <a:lstStyle/>
          <a:p>
            <a:r>
              <a:rPr lang="pl-PL" dirty="0"/>
              <a:t>Kontakt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F705D2-DE5C-4FC7-A51D-506967214A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4001" y="4419541"/>
            <a:ext cx="3507408" cy="2160717"/>
          </a:xfrm>
        </p:spPr>
        <p:txBody>
          <a:bodyPr>
            <a:normAutofit/>
          </a:bodyPr>
          <a:lstStyle/>
          <a:p>
            <a:r>
              <a:rPr lang="pl-PL" sz="1059" dirty="0"/>
              <a:t>ul. Libelta 1a/2, 61-706 Poznań</a:t>
            </a:r>
            <a:br>
              <a:rPr lang="pl-PL" sz="1059" dirty="0"/>
            </a:br>
            <a:r>
              <a:rPr lang="pl-PL" sz="1059" dirty="0"/>
              <a:t>NIP 7772616176</a:t>
            </a:r>
            <a:br>
              <a:rPr lang="pl-PL" sz="1059" dirty="0"/>
            </a:br>
            <a:r>
              <a:rPr lang="pl-PL" sz="1059" dirty="0"/>
              <a:t>REGON 301265926</a:t>
            </a:r>
          </a:p>
          <a:p>
            <a:r>
              <a:rPr lang="pl-PL" sz="1059" dirty="0"/>
              <a:t>Infolinia: 508 393 926</a:t>
            </a:r>
          </a:p>
          <a:p>
            <a:r>
              <a:rPr lang="pl-PL" sz="1059" dirty="0">
                <a:hlinkClick r:id="rId3"/>
              </a:rPr>
              <a:t>info@szkolenia-semper.pl</a:t>
            </a:r>
            <a:endParaRPr lang="pl-PL" sz="1059" dirty="0"/>
          </a:p>
          <a:p>
            <a:r>
              <a:rPr lang="pl-PL" sz="1059" dirty="0">
                <a:hlinkClick r:id="rId4"/>
              </a:rPr>
              <a:t>www.szkolenia-semper.pl</a:t>
            </a:r>
            <a:endParaRPr lang="pl-PL" sz="105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9A70F-89F1-4476-93D1-EC1D481234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l-PL" dirty="0"/>
              <a:t>Konsultacje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BA35F-C5DC-47E8-A635-0692FC52E7D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63836" y="4330374"/>
            <a:ext cx="2630556" cy="1620538"/>
          </a:xfrm>
        </p:spPr>
        <p:txBody>
          <a:bodyPr>
            <a:normAutofit/>
          </a:bodyPr>
          <a:lstStyle/>
          <a:p>
            <a:pPr algn="just"/>
            <a:r>
              <a:rPr lang="pl-PL" sz="927" dirty="0"/>
              <a:t>Nasi eksperci z przyjemnością odpowiedzą na Państwa pytania i wątpliwości w zakresie obejmującym problematykę szkolenia. Pozostają oni do Państwa dyspozycji w ramach poszkoleniowych konsultacji. Aby z nich skorzystać wystarczy przesłać zapytanie na adres: </a:t>
            </a:r>
            <a:r>
              <a:rPr lang="pl-PL" sz="927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konsultacje@szkolenia-semper.pl</a:t>
            </a:r>
            <a:endParaRPr lang="pl-PL" sz="927" u="sng" dirty="0"/>
          </a:p>
          <a:p>
            <a:endParaRPr lang="pl-PL" dirty="0"/>
          </a:p>
        </p:txBody>
      </p:sp>
      <p:pic>
        <p:nvPicPr>
          <p:cNvPr id="38" name="Picture Placeholder 4">
            <a:extLst>
              <a:ext uri="{FF2B5EF4-FFF2-40B4-BE49-F238E27FC236}">
                <a16:creationId xmlns:a16="http://schemas.microsoft.com/office/drawing/2014/main" id="{8789A9B7-AE91-432E-A93F-3E14DBB79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6"/>
          <a:stretch>
            <a:fillRect/>
          </a:stretch>
        </p:blipFill>
        <p:spPr>
          <a:xfrm>
            <a:off x="1524001" y="857250"/>
            <a:ext cx="3050886" cy="2571748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3DA44C33-DF43-49F0-B359-AA3B33076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7"/>
          <a:stretch>
            <a:fillRect/>
          </a:stretch>
        </p:blipFill>
        <p:spPr>
          <a:xfrm>
            <a:off x="4597127" y="3428998"/>
            <a:ext cx="3041651" cy="2571753"/>
          </a:xfrm>
        </p:spPr>
      </p:pic>
      <p:pic>
        <p:nvPicPr>
          <p:cNvPr id="16" name="Picture Placeholder 4">
            <a:extLst>
              <a:ext uri="{FF2B5EF4-FFF2-40B4-BE49-F238E27FC236}">
                <a16:creationId xmlns:a16="http://schemas.microsoft.com/office/drawing/2014/main" id="{31B78E9B-1997-47FF-BC5A-BBD164CD9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8"/>
          <a:stretch>
            <a:fillRect/>
          </a:stretch>
        </p:blipFill>
        <p:spPr>
          <a:xfrm>
            <a:off x="7617115" y="872112"/>
            <a:ext cx="3050886" cy="2556886"/>
          </a:xfrm>
        </p:spPr>
      </p:pic>
    </p:spTree>
    <p:extLst>
      <p:ext uri="{BB962C8B-B14F-4D97-AF65-F5344CB8AC3E}">
        <p14:creationId xmlns:p14="http://schemas.microsoft.com/office/powerpoint/2010/main" val="4042751340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Custom 8">
      <a:dk1>
        <a:srgbClr val="344E62"/>
      </a:dk1>
      <a:lt1>
        <a:srgbClr val="FFFFFF"/>
      </a:lt1>
      <a:dk2>
        <a:srgbClr val="000000"/>
      </a:dk2>
      <a:lt2>
        <a:srgbClr val="FFFFFF"/>
      </a:lt2>
      <a:accent1>
        <a:srgbClr val="344E62"/>
      </a:accent1>
      <a:accent2>
        <a:srgbClr val="D4D9DD"/>
      </a:accent2>
      <a:accent3>
        <a:srgbClr val="617483"/>
      </a:accent3>
      <a:accent4>
        <a:srgbClr val="FFFFFF"/>
      </a:accent4>
      <a:accent5>
        <a:srgbClr val="FFFFFF"/>
      </a:accent5>
      <a:accent6>
        <a:srgbClr val="FFFFFF"/>
      </a:accent6>
      <a:hlink>
        <a:srgbClr val="344E62"/>
      </a:hlink>
      <a:folHlink>
        <a:srgbClr val="617483"/>
      </a:folHlink>
    </a:clrScheme>
    <a:fontScheme name="Custom 18">
      <a:majorFont>
        <a:latin typeface="Bodoni MT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44704734_win32_fixed.potx" id="{4A4FDEFC-D6EA-49B4-8BA4-CFF02523CA31}" vid="{8401B175-3B73-4215-A0DB-A3DFAB7D511F}"/>
    </a:ext>
  </a:extLst>
</a:theme>
</file>

<file path=ppt/theme/theme2.xml><?xml version="1.0" encoding="utf-8"?>
<a:theme xmlns:a="http://schemas.openxmlformats.org/drawingml/2006/main" name="1_Motyw pakietu Office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10695</TotalTime>
  <Words>193</Words>
  <Application>Microsoft Office PowerPoint</Application>
  <PresentationFormat>Panoramiczny</PresentationFormat>
  <Paragraphs>25</Paragraphs>
  <Slides>3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2</vt:i4>
      </vt:variant>
      <vt:variant>
        <vt:lpstr>Tytuły slajdów</vt:lpstr>
      </vt:variant>
      <vt:variant>
        <vt:i4>3</vt:i4>
      </vt:variant>
    </vt:vector>
  </HeadingPairs>
  <TitlesOfParts>
    <vt:vector size="13" baseType="lpstr">
      <vt:lpstr>HGPMinchoE</vt:lpstr>
      <vt:lpstr>Arial</vt:lpstr>
      <vt:lpstr>Avenir Next LT Pro</vt:lpstr>
      <vt:lpstr>Book Antiqua</vt:lpstr>
      <vt:lpstr>Calibri</vt:lpstr>
      <vt:lpstr>Calibri Light</vt:lpstr>
      <vt:lpstr>Georgia Pro Cond Light</vt:lpstr>
      <vt:lpstr>Univers</vt:lpstr>
      <vt:lpstr>3_Custom Design</vt:lpstr>
      <vt:lpstr>1_Motyw pakietu Office</vt:lpstr>
      <vt:lpstr>SEMPER</vt:lpstr>
      <vt:lpstr>Prezentacja programu PowerPoint</vt:lpstr>
      <vt:lpstr>Kontakt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Materiały szkoleniowe</dc:title>
  <dc:creator>COSiK SEMPER</dc:creator>
  <cp:lastModifiedBy>Centrum Semper</cp:lastModifiedBy>
  <cp:revision>565</cp:revision>
  <cp:lastPrinted>2016-12-01T15:24:09Z</cp:lastPrinted>
  <dcterms:created xsi:type="dcterms:W3CDTF">2016-08-05T10:42:23Z</dcterms:created>
  <dcterms:modified xsi:type="dcterms:W3CDTF">2026-10-20T09:54:29Z</dcterms:modified>
</cp:coreProperties>
</file>